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センサー値を見せずに、
判定の根拠を届ける。,測定値を渡さずに、第三者が判定の根拠を確認できる。バッチリは、ミッドナイトとクラウドフレアで、測定結果を検証できる証拠にします。,Edition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報告を受け取るだけから、
根拠を確認できる状態へ。,測定する側は、機微な記録を持ちます。確認する側に必要なのは、日付、条件、判定です。組織をまたぐ日次報告を、必要な証拠だけで確認できるようにします。,Edition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Deviceと判定条件を先に結びつける,これは、ブラウザで生成したテストデータによる操作デモです。登録されたデバイスと、測定期間より前に定めた公開条件を確認します。,G01: 撮影：Device Workflow → 登録状態と適用条件,Edition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1日を、24の時間枠で扱う,終了した運用日と記録件数を確認します。証明入力は二十四の時間枠。逸脱は範囲外、欠測はノーデータとして残し、公開画面に測定値を出しません。,G02: 撮影：選択した日付・件数・非公開入力の保持状態,Edition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Deviceが承認し、サービスが処理する,日次証明を依頼し、処理を承認します。対象は日本時間の午前二時から処理。受付中は未確定です。このジョブの識別子を使って、後で結果を照合します。,G03: 午前2時（日本時間）は処理開始。確定時刻は処理状況による,Edition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測定は継続、証明は時刻指定で処理,実機は一分ごとに測定し、時間集計を送ります。ワーカーズがAPIと画面を提供。D1、キュー、定期実行でジョブを管理し、別々のコンテナで証明と手数料負担を行います。R2にはウォレットの暗号化状態を保存します。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象JOBがあるときだけWalletを起動,ワーカーが対象ジョブを先に確認し、ウォレットを起動。保存状態を復元して同期し、一件ずつ処理します。スポンサーは承認済みの取引の手数料を負担。完了後は保存して停止し、その間も測定は続きます。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処理後に、同じJOBの結果を確認,処理後に撮影した、同じジョブの結果です。デバイスと日付を照合し、確定した取引ハッシュを確認します。待ち時間は省略しています。,G04: 処理後の別撮り映像・待ち時間は省略,Edition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者はTXハッシュから確認できる,第三者検証に同じ取引ハッシュを入力します。運用日、時間別判定、条件と公開証拠を、測定値なしで確認。ブラウザは公開記録を照合し、ゼロ知識証明自体の再検証はしません。,G05: 公開検証にDeviceのセッションは不要,Edition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証明の範囲を、明確にする,証明するのは、入力、登録条件、公開判定の関係です。物理的な正確さ、全件の計測、測定元の正しい集計までは保証しません。現在のバックエンドも信頼する構成です。,Edition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動く証明フローから、
価値を測るパートナー実証へ,基本フローに加え、実機の測定と時刻指定処理まで実装しました。次はパートナーの報告業務で、継続運用、確認の手間、支払い意思を測ります。非公開の測定から、確認できる証拠へ。,Edition new-gui-pitch-20260910; preview. GUI uses controlled synthetic measurements; field operation diagrams describe the separate device path. 02:00 JST is a processing start, not a confirmation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BACCHIRI! / VERIFIABLE MEASUREMENT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センサー値を見せずに、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判定の根拠を届ける。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" y="2673350"/>
            <a:ext cx="342900" cy="3175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測定する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77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測定元で記録を保持。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26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3100" y="2673350"/>
            <a:ext cx="342900" cy="31750"/>
          </a:xfrm>
          <a:prstGeom prst="rect">
            <a:avLst/>
          </a:prstGeom>
          <a:solidFill>
            <a:srgbClr val="A66CFF"/>
          </a:solidFill>
          <a:ln w="6350">
            <a:solidFill>
              <a:srgbClr val="A66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31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証明する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31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登録済みの条件で判定。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8500" y="2673350"/>
            <a:ext cx="342900" cy="31750"/>
          </a:xfrm>
          <a:prstGeom prst="rect">
            <a:avLst/>
          </a:prstGeom>
          <a:solidFill>
            <a:srgbClr val="79D66A"/>
          </a:solidFill>
          <a:ln w="6350">
            <a:solidFill>
              <a:srgbClr val="79D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85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検証する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185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第三者が公開証拠を確認。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5156200"/>
            <a:ext cx="112776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非公開の測定から、組織を越えて確認できる証拠へ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測定報告の課題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報告を受け取るだけから、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根拠を確認できる状態へ。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" y="2673350"/>
            <a:ext cx="342900" cy="3175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測定する側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77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機微な測定記録を持つ。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26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3100" y="2673350"/>
            <a:ext cx="342900" cy="31750"/>
          </a:xfrm>
          <a:prstGeom prst="rect">
            <a:avLst/>
          </a:prstGeom>
          <a:solidFill>
            <a:srgbClr val="A66CFF"/>
          </a:solidFill>
          <a:ln w="6350">
            <a:solidFill>
              <a:srgbClr val="A66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31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確認する側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31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条件・日付・判定を知りたい。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8500" y="2673350"/>
            <a:ext cx="342900" cy="31750"/>
          </a:xfrm>
          <a:prstGeom prst="rect">
            <a:avLst/>
          </a:prstGeom>
          <a:solidFill>
            <a:srgbClr val="79D66A"/>
          </a:solidFill>
          <a:ln w="6350">
            <a:solidFill>
              <a:srgbClr val="79D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85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BACCHIRI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185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登録済みの条件と判定を結ぶ。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5156200"/>
            <a:ext cx="112776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最初の用途：組織をまたぐ日次の測定報告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 / 証明する対象の登録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Deviceと判定条件を先に結びつける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24000"/>
            <a:ext cx="8382000" cy="4064000"/>
          </a:xfrm>
          <a:prstGeom prst="roundRect">
            <a:avLst>
              <a:gd name="adj" fmla="val 1875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05000"/>
            <a:ext cx="7302500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G01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00100" y="3009900"/>
            <a:ext cx="730250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新しいGUIの録画を挿入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0100" y="3898900"/>
            <a:ext cx="73025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撮影：Device Workflow → 登録状態と適用条件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5111750"/>
            <a:ext cx="7302500" cy="22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撮影枠です。実際の操作画面・処理結果ではありません。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07500" y="16764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07500" y="20193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登録された識別情報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07500" y="291465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07500" y="325755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公開しきい値と有効期間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07500" y="41529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権限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07500" y="44958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Device側で保持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70550"/>
            <a:ext cx="112776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ブラウザの操作デモ・生成した測定データ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 / 非公開の日次データ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1日を、24の時間枠で扱う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24000"/>
            <a:ext cx="8382000" cy="4064000"/>
          </a:xfrm>
          <a:prstGeom prst="roundRect">
            <a:avLst>
              <a:gd name="adj" fmla="val 1875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05000"/>
            <a:ext cx="7302500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G02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00100" y="3009900"/>
            <a:ext cx="730250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新しいGUIの録画を挿入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0100" y="3898900"/>
            <a:ext cx="73025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撮影：選択した日付・件数・非公開入力の保持状態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5111750"/>
            <a:ext cx="7302500" cy="22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撮影枠です。実際の操作画面・処理結果ではありません。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07500" y="16764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07500" y="20193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計測が終了した運用日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07500" y="291465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非公開で保持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07500" y="325755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測定値と証明用の入力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07500" y="41529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欠測を残す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07500" y="44958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欠測時間は NO DATA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70550"/>
            <a:ext cx="112776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ブラウザの操作デモ・生成した測定データ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 / 承認と処理受付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Deviceが承認し、サービスが処理する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24000"/>
            <a:ext cx="8382000" cy="4064000"/>
          </a:xfrm>
          <a:prstGeom prst="roundRect">
            <a:avLst>
              <a:gd name="adj" fmla="val 1875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05000"/>
            <a:ext cx="7302500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G03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00100" y="3009900"/>
            <a:ext cx="730250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新しいGUIの録画を挿入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0100" y="3898900"/>
            <a:ext cx="73025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午前2時（日本時間）は処理開始。確定時刻は処理状況による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5111750"/>
            <a:ext cx="7302500" cy="22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撮影枠です。実際の操作画面・処理結果ではありません。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07500" y="16764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承認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07500" y="20193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Deviceの送信内容を承認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07500" y="291465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07500" y="325755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 Proof Job ID を追跡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07500" y="41529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07500" y="44958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受付中は検証済みではない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70550"/>
            <a:ext cx="112776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ブラウザの操作デモ・生成した測定データ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pic>
        <p:nvPicPr>
          <p:cNvPr id="3" name="Image 0" descr="測定は継続、証明は時刻指定で処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943" y="114300"/>
            <a:ext cx="9816115" cy="5524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5676900"/>
            <a:ext cx="101600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構成の説明図・実機の自動運用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pic>
        <p:nvPicPr>
          <p:cNvPr id="3" name="Image 0" descr="対象JOBがあるときだけWalletを起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943" y="114300"/>
            <a:ext cx="9816115" cy="5524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5676900"/>
            <a:ext cx="101600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構成の説明図・実機の自動運用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 / 確定した記録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処理後に、同じJOBの結果を確認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24000"/>
            <a:ext cx="8382000" cy="4064000"/>
          </a:xfrm>
          <a:prstGeom prst="roundRect">
            <a:avLst>
              <a:gd name="adj" fmla="val 1875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05000"/>
            <a:ext cx="7302500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G04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00100" y="3009900"/>
            <a:ext cx="730250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新しいGUIの録画を挿入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0100" y="3898900"/>
            <a:ext cx="73025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処理後の別撮り映像・待ち時間は省略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5111750"/>
            <a:ext cx="7302500" cy="22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撮影枠です。実際の操作画面・処理結果ではありません。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07500" y="16764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07500" y="20193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Device・運用日・JOBの一致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07500" y="291465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07500" y="325755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取引の確定状態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07500" y="41529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引き継ぐ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07500" y="44958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公開検証に使うTXハッシュ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70550"/>
            <a:ext cx="112776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処理後の別撮り映像・待ち時間は省略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 / 第三者による公開検証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第三者はTXハッシュから確認できる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24000"/>
            <a:ext cx="8382000" cy="4064000"/>
          </a:xfrm>
          <a:prstGeom prst="roundRect">
            <a:avLst>
              <a:gd name="adj" fmla="val 1875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05000"/>
            <a:ext cx="7302500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G05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00100" y="3009900"/>
            <a:ext cx="730250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新しいGUIの録画を挿入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0100" y="3898900"/>
            <a:ext cx="73025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公開検証にDeviceのセッションは不要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5111750"/>
            <a:ext cx="7302500" cy="22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撮影枠です。実際の操作画面・処理結果ではありません。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07500" y="16764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07500" y="20193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同じ確定取引を開く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07500" y="291465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07500" y="325755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運用日・時間別判定・条件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07500" y="4152900"/>
            <a:ext cx="25273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07500" y="4495800"/>
            <a:ext cx="2527300" cy="28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Midnightの公開記録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70550"/>
            <a:ext cx="11277600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ブラウザの操作デモ・生成した測定データ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証明する範囲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証明の範囲を、明確にする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" y="2673350"/>
            <a:ext cx="342900" cy="3175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証明する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7700" y="3429000"/>
            <a:ext cx="322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確約した入力・登録条件・公開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判定の関係。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26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3100" y="2673350"/>
            <a:ext cx="342900" cy="31750"/>
          </a:xfrm>
          <a:prstGeom prst="rect">
            <a:avLst/>
          </a:prstGeom>
          <a:solidFill>
            <a:srgbClr val="A66CFF"/>
          </a:solidFill>
          <a:ln w="6350">
            <a:solidFill>
              <a:srgbClr val="A66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31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公開しない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3100" y="3429000"/>
            <a:ext cx="3225800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第三者向け画面でのセンサー値。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8500" y="2673350"/>
            <a:ext cx="342900" cy="31750"/>
          </a:xfrm>
          <a:prstGeom prst="rect">
            <a:avLst/>
          </a:prstGeom>
          <a:solidFill>
            <a:srgbClr val="79D66A"/>
          </a:solidFill>
          <a:ln w="6350">
            <a:solidFill>
              <a:srgbClr val="79D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85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信頼が必要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18500" y="3429000"/>
            <a:ext cx="322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物理的な正確さ、全件の計測、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測定元の集計とバックエンド。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5156200"/>
            <a:ext cx="112776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何を示す証拠なのかを定めて、業務で使える形にする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30200"/>
            <a:ext cx="112776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次の到達点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6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動く証明フローから、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価値を測るパートナー実証へ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" y="2673350"/>
            <a:ext cx="342900" cy="31750"/>
          </a:xfrm>
          <a:prstGeom prst="rect">
            <a:avLst/>
          </a:prstGeom>
          <a:solidFill>
            <a:srgbClr val="38D6E8"/>
          </a:solidFill>
          <a:ln w="6350">
            <a:solidFill>
              <a:srgbClr val="38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38D6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確認済み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7700" y="3429000"/>
            <a:ext cx="322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Midnight Preprodでの基本証明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フロー。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26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3100" y="2673350"/>
            <a:ext cx="342900" cy="31750"/>
          </a:xfrm>
          <a:prstGeom prst="rect">
            <a:avLst/>
          </a:prstGeom>
          <a:solidFill>
            <a:srgbClr val="A66CFF"/>
          </a:solidFill>
          <a:ln w="6350">
            <a:solidFill>
              <a:srgbClr val="A66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31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A66C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実装済み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3100" y="3429000"/>
            <a:ext cx="322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実機の測定とCloudflareでの時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刻指定処理。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0" y="2451100"/>
            <a:ext cx="3606800" cy="2381250"/>
          </a:xfrm>
          <a:prstGeom prst="roundRect">
            <a:avLst>
              <a:gd name="adj" fmla="val 3733"/>
            </a:avLst>
          </a:prstGeom>
          <a:solidFill>
            <a:srgbClr val="0D1B2B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8500" y="2673350"/>
            <a:ext cx="342900" cy="31750"/>
          </a:xfrm>
          <a:prstGeom prst="rect">
            <a:avLst/>
          </a:prstGeom>
          <a:solidFill>
            <a:srgbClr val="79D66A"/>
          </a:solidFill>
          <a:ln w="6350">
            <a:solidFill>
              <a:srgbClr val="79D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8500" y="2908300"/>
            <a:ext cx="3225800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79D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次の実証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18500" y="3429000"/>
            <a:ext cx="322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継続運用、確認の手間、支払い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5F7F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意思を測る。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5156200"/>
            <a:ext cx="112776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測定報告の業務と、実証を進めるパートナーへ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540500"/>
            <a:ext cx="11277600" cy="6350"/>
          </a:xfrm>
          <a:prstGeom prst="rect">
            <a:avLst/>
          </a:prstGeom>
          <a:solidFill>
            <a:srgbClr val="29415C"/>
          </a:solidFill>
          <a:ln w="6350">
            <a:solidFill>
              <a:srgbClr val="294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04000"/>
            <a:ext cx="92075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682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編集プレビュー・新GUIの録画待ち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58500" y="6604000"/>
            <a:ext cx="876300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A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BACCHIRI — ja — preview</dc:title>
  <dc:subject>Verifiable measurement: controlled GUI demonstration and field operation</dc:subject>
  <dc:creator>BACCHIRI contributors</dc:creator>
  <cp:lastModifiedBy>BACCHIRI contributors</cp:lastModifiedBy>
  <cp:revision>1</cp:revision>
  <dcterms:created xsi:type="dcterms:W3CDTF">2026-09-10T06:28:44Z</dcterms:created>
  <dcterms:modified xsi:type="dcterms:W3CDTF">2026-09-10T06:28:44Z</dcterms:modified>
</cp:coreProperties>
</file>