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課題と価値提案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単位時間MIN / MAXからZK Resultを作る仕様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正確な証明内容と証明しない内容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4領域の責任分担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データ保存先と公開範囲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日次証明の流れ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私たちの工夫。24時間の受付を維持しながら、対象Jobがある時だけServer側Sponsor Walletを起動する。暗号化Checkpointを復元し、同期完了後に認可済みTransactionへDUSTだけを追加して送信し、安全に停止する。Device Authorityと非公開RAW値はSponsorへ渡さない。standard-4の計画用概算は720時間のUSD 133.23に対し、月120時間の処理例でUSD 22.20、83.3%削減。Workers、D1、Queue、R2、Egress、Proof Serverは概算外。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技術的な実証結果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3段階の展開計画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付録A・デバイス認証からAPIセッション発行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付録B・非公開センサー値から公開判定まで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66CFF"/>
          </a:solidFill>
          <a:ln w="12700">
            <a:solidFill>
              <a:srgbClr val="A66C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6519672"/>
            <a:ext cx="11365992" cy="0"/>
          </a:xfrm>
          <a:prstGeom prst="line">
            <a:avLst/>
          </a:prstGeom>
          <a:noFill/>
          <a:ln w="10160">
            <a:solidFill>
              <a:srgbClr val="2941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20" kern="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MIDNIGHT BUILDATHON・WAVE 1</a:t>
            </a:r>
            <a:endParaRPr lang="en-US" sz="680" dirty="0"/>
          </a:p>
        </p:txBody>
      </p:sp>
      <p:sp>
        <p:nvSpPr>
          <p:cNvPr id="5" name="Text 3"/>
          <p:cNvSpPr/>
          <p:nvPr/>
        </p:nvSpPr>
        <p:spPr>
          <a:xfrm>
            <a:off x="6583680" y="6556248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20" spc="40" kern="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BACCHIRI!━━Verifiable Measurement Layer</a:t>
            </a:r>
            <a:endParaRPr lang="en-US" sz="6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architecture-ja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70" kern="0" dirty="0">
                <a:solidFill>
                  <a:srgbClr val="38D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BACCHIRI!━━Verifiable Measurement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941832"/>
            <a:ext cx="10789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センサー値を開示せず、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しきい値以内であることを示す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21792" y="257860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第三者が確認できるのは対象日・公開しきい値・判定結果。センサー値は見えない。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3401568"/>
            <a:ext cx="3273552" cy="1572768"/>
          </a:xfrm>
          <a:prstGeom prst="roundRect">
            <a:avLst>
              <a:gd name="adj" fmla="val 3488"/>
            </a:avLst>
          </a:prstGeom>
          <a:solidFill>
            <a:srgbClr val="0D1B2B">
              <a:alpha val="96000"/>
            </a:srgbClr>
          </a:solidFill>
          <a:ln w="15240">
            <a:solidFill>
              <a:srgbClr val="38D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373075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D6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センサー値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" y="4261104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エッジデバイス内だけ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25112" y="3401568"/>
            <a:ext cx="3273552" cy="1572768"/>
          </a:xfrm>
          <a:prstGeom prst="roundRect">
            <a:avLst>
              <a:gd name="adj" fmla="val 3488"/>
            </a:avLst>
          </a:prstGeom>
          <a:solidFill>
            <a:srgbClr val="0D1B2B">
              <a:alpha val="96000"/>
            </a:srgbClr>
          </a:solidFill>
          <a:ln w="15240">
            <a:solidFill>
              <a:srgbClr val="A66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9704" y="373075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66C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第三者が確認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9704" y="4261104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対象日・しきい値・判定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28432" y="3401568"/>
            <a:ext cx="3273552" cy="1572768"/>
          </a:xfrm>
          <a:prstGeom prst="roundRect">
            <a:avLst>
              <a:gd name="adj" fmla="val 3488"/>
            </a:avLst>
          </a:prstGeom>
          <a:solidFill>
            <a:srgbClr val="0D1B2B">
              <a:alpha val="96000"/>
            </a:srgbClr>
          </a:solidFill>
          <a:ln w="15240">
            <a:solidFill>
              <a:srgbClr val="79D6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3024" y="373075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9D6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Wave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93024" y="4261104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7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Midnight事前公開環境で確認済み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5742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Wave 1・ソース検証 2026-08-29 JST・Midnight事前公開記録 2026-08-28 JST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privacy-value-proposition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hourly-extrema-zkp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zk-claim-boundary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wave1-system-overview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data-location-disclosure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daily-proof-flow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オンデマンドSponsor Wallet構成" descr="私たちの工夫。24時間の受付を維持しながら、対象Jobがある時だけServer側Sponsor Walletを起動する。暗号化Checkpointを復元し、同期完了後に認可済みTransactionへDUSTだけを追加して送信し、安全に停止する。Device Authorityと非公開RAW値はSponsorへ渡さない。standard-4の計画用概算は720時間のUSD 133.23に対し、月120時間の処理例でUSD 22.20、83.3%削減。Workers、D1、Queue、R2、Egress、Proof Serverは概算外。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engineering-evidence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three-wave-roadmap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498080" y="5961888"/>
            <a:ext cx="4160520" cy="347472"/>
          </a:xfrm>
          <a:prstGeom prst="roundRect">
            <a:avLst/>
          </a:prstGeom>
          <a:solidFill>
            <a:srgbClr val="06111F">
              <a:alpha val="92000"/>
            </a:srgbClr>
          </a:solidFill>
          <a:ln w="10160">
            <a:solidFill>
              <a:srgbClr val="F4B74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44384" y="6053328"/>
            <a:ext cx="3840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4B7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Wave 2・3は計画であり現行機能ではない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device-session-sequence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docs/ja/assets/review/daily-attestation-key-sequence-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" y="146304"/>
            <a:ext cx="11768328" cy="640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47104"/>
            <a:ext cx="1828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680">
                <a:solidFill>
                  <a:srgbClr val="AAB7C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Midnight Buildathon Wave 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BACCHIRI!━━Verifiable Measurement Layer — Wave 1</dc:title>
  <dc:subject>BACCHIRI!━━Verifiable Measurement Layer</dc:subject>
  <dc:creator>BACCHIRI! contributors</dc:creator>
  <cp:lastModifiedBy>BACCHIRI! contributors</cp:lastModifiedBy>
  <cp:revision>1</cp:revision>
  <dcterms:created xsi:type="dcterms:W3CDTF">2026-08-31T06:25:09Z</dcterms:created>
  <dcterms:modified xsi:type="dcterms:W3CDTF">2026-08-31T06:25:09Z</dcterms:modified>
</cp:coreProperties>
</file>