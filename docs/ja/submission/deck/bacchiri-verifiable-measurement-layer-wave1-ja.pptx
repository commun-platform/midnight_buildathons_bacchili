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課題と価値提案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単位時間MIN / MAXからZK Resultを作る仕様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正確な証明内容と証明しない内容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4領域の責任分担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データ保存先と公開範囲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日次証明の流れ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技術的な実証結果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3段階の展開計画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付録A・デバイス認証からAPIセッション発行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付録B・非公開センサー値から公開判定まで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66CFF"/>
          </a:solidFill>
          <a:ln w="12700">
            <a:solidFill>
              <a:srgbClr val="A66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6519672"/>
            <a:ext cx="11365992" cy="0"/>
          </a:xfrm>
          <a:prstGeom prst="line">
            <a:avLst/>
          </a:prstGeom>
          <a:noFill/>
          <a:ln w="10160">
            <a:solidFill>
              <a:srgbClr val="2941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20" kern="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MIDNIGHT BUILDATHON・WAVE 1</a:t>
            </a:r>
            <a:endParaRPr lang="en-US" sz="680" dirty="0"/>
          </a:p>
        </p:txBody>
      </p:sp>
      <p:sp>
        <p:nvSpPr>
          <p:cNvPr id="5" name="Text 3"/>
          <p:cNvSpPr/>
          <p:nvPr/>
        </p:nvSpPr>
        <p:spPr>
          <a:xfrm>
            <a:off x="6583680" y="655624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20" spc="40" kern="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BACCHIRI!━━Verifiable Measurement Layer</a:t>
            </a:r>
            <a:endParaRPr lang="en-US" sz="6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70" kern="0" dirty="0">
                <a:solidFill>
                  <a:srgbClr val="38D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BACCHIRI!━━Verifiable Measurement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941832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センサー値を開示せず、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しきい値以内であることを示す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257860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第三者が確認できるのは対象日・公開しきい値・判定結果。センサー値は見えない。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3401568"/>
            <a:ext cx="3273552" cy="1572768"/>
          </a:xfrm>
          <a:prstGeom prst="roundRect">
            <a:avLst>
              <a:gd name="adj" fmla="val 3488"/>
            </a:avLst>
          </a:prstGeom>
          <a:solidFill>
            <a:srgbClr val="0D1B2B">
              <a:alpha val="96000"/>
            </a:srgbClr>
          </a:solidFill>
          <a:ln w="15240">
            <a:solidFill>
              <a:srgbClr val="38D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373075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D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センサー値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4261104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エッジデバイス内だけ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25112" y="3401568"/>
            <a:ext cx="3273552" cy="1572768"/>
          </a:xfrm>
          <a:prstGeom prst="roundRect">
            <a:avLst>
              <a:gd name="adj" fmla="val 3488"/>
            </a:avLst>
          </a:prstGeom>
          <a:solidFill>
            <a:srgbClr val="0D1B2B">
              <a:alpha val="96000"/>
            </a:srgbClr>
          </a:solidFill>
          <a:ln w="15240">
            <a:solidFill>
              <a:srgbClr val="A66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9704" y="373075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66C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第三者が確認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9704" y="4261104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対象日・しきい値・判定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3401568"/>
            <a:ext cx="3273552" cy="1572768"/>
          </a:xfrm>
          <a:prstGeom prst="roundRect">
            <a:avLst>
              <a:gd name="adj" fmla="val 3488"/>
            </a:avLst>
          </a:prstGeom>
          <a:solidFill>
            <a:srgbClr val="0D1B2B">
              <a:alpha val="96000"/>
            </a:srgbClr>
          </a:solidFill>
          <a:ln w="15240">
            <a:solidFill>
              <a:srgbClr val="79D6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373075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9D6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Wave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93024" y="4261104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Midnight事前公開環境で確認済み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5742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Wave 1・ソース検証 2026-08-29 JST・Midnight事前公開記録 2026-08-28 JST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privacy-value-proposition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hourly-extrema-zkp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zk-claim-boundary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wave1-system-overview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ata-location-disclosur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aily-proof-flow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38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08・稼働画面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最終画面で、操作から公開検証まで見せる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録画は画面完成後に実施。現時点では撮影枠と確認項目を固定する。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29968"/>
            <a:ext cx="6903720" cy="3977640"/>
          </a:xfrm>
          <a:prstGeom prst="roundRect">
            <a:avLst/>
          </a:prstGeom>
          <a:solidFill>
            <a:srgbClr val="111F33"/>
          </a:solidFill>
          <a:ln w="20320">
            <a:solidFill>
              <a:srgbClr val="38D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09067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8D6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最終画面キャプチャ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3657600"/>
            <a:ext cx="6172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画面確定後に差し替え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デバイス操作・証明依頼・取引確定・第三者検証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12848" y="473659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B7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動画制作は最後に実施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45552" y="2029968"/>
            <a:ext cx="3703320" cy="3977640"/>
          </a:xfrm>
          <a:prstGeom prst="roundRect">
            <a:avLst>
              <a:gd name="adj" fmla="val 1481"/>
            </a:avLst>
          </a:prstGeom>
          <a:solidFill>
            <a:srgbClr val="0D1B2B">
              <a:alpha val="96000"/>
            </a:srgbClr>
          </a:solidFill>
          <a:ln w="15240">
            <a:solidFill>
              <a:srgbClr val="A66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92440" y="23317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確認する4点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56448" y="2907792"/>
            <a:ext cx="384048" cy="384048"/>
          </a:xfrm>
          <a:prstGeom prst="ellipse">
            <a:avLst/>
          </a:prstGeom>
          <a:solidFill>
            <a:srgbClr val="A66CFF"/>
          </a:solidFill>
          <a:ln w="12700">
            <a:solidFill>
              <a:srgbClr val="A66C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1312" y="3017520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5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3" name="Text 11"/>
          <p:cNvSpPr/>
          <p:nvPr/>
        </p:nvSpPr>
        <p:spPr>
          <a:xfrm>
            <a:off x="8732520" y="296265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デバイスとしきい値の紐付け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56448" y="3566160"/>
            <a:ext cx="384048" cy="384048"/>
          </a:xfrm>
          <a:prstGeom prst="ellipse">
            <a:avLst/>
          </a:prstGeom>
          <a:solidFill>
            <a:srgbClr val="A66CFF"/>
          </a:solidFill>
          <a:ln w="12700">
            <a:solidFill>
              <a:srgbClr val="A66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3675888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5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16" name="Text 14"/>
          <p:cNvSpPr/>
          <p:nvPr/>
        </p:nvSpPr>
        <p:spPr>
          <a:xfrm>
            <a:off x="8732520" y="36210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1日分を24時間枠で証明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56448" y="4224528"/>
            <a:ext cx="384048" cy="384048"/>
          </a:xfrm>
          <a:prstGeom prst="ellipse">
            <a:avLst/>
          </a:prstGeom>
          <a:solidFill>
            <a:srgbClr val="A66CFF"/>
          </a:solidFill>
          <a:ln w="12700">
            <a:solidFill>
              <a:srgbClr val="A66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11312" y="4334256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5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19" name="Text 17"/>
          <p:cNvSpPr/>
          <p:nvPr/>
        </p:nvSpPr>
        <p:spPr>
          <a:xfrm>
            <a:off x="8732520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デバイスが署名したMidnight取引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56448" y="4882896"/>
            <a:ext cx="384048" cy="384048"/>
          </a:xfrm>
          <a:prstGeom prst="ellipse">
            <a:avLst/>
          </a:prstGeom>
          <a:solidFill>
            <a:srgbClr val="A66CFF"/>
          </a:solidFill>
          <a:ln w="12700">
            <a:solidFill>
              <a:srgbClr val="A66C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1312" y="4992624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5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732520" y="49377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最小値・最大値を見せない第三者画面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83880" y="555955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9D6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画面テスト：26件すべて成功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engineering-evidenc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three-wave-roadmap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498080" y="5961888"/>
            <a:ext cx="4160520" cy="347472"/>
          </a:xfrm>
          <a:prstGeom prst="roundRect">
            <a:avLst/>
          </a:prstGeom>
          <a:solidFill>
            <a:srgbClr val="06111F">
              <a:alpha val="92000"/>
            </a:srgbClr>
          </a:solidFill>
          <a:ln w="10160">
            <a:solidFill>
              <a:srgbClr val="F4B7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44384" y="6053328"/>
            <a:ext cx="3840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4B7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Wave 2・3は計画であり現行機能ではない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evice-session-sequenc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aily-attestation-key-sequenc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Midnight Buildathon Wave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BACCHIRI!━━Verifiable Measurement Layer — Wave 1</dc:title>
  <dc:subject>BACCHIRI!━━Verifiable Measurement Layer</dc:subject>
  <dc:creator>BACCHIRI! contributors</dc:creator>
  <cp:lastModifiedBy>BACCHIRI! contributors</cp:lastModifiedBy>
  <cp:revision>1</cp:revision>
  <dcterms:created xsi:type="dcterms:W3CDTF">2026-08-29T07:33:06Z</dcterms:created>
  <dcterms:modified xsi:type="dcterms:W3CDTF">2026-08-29T07:33:06Z</dcterms:modified>
</cp:coreProperties>
</file>