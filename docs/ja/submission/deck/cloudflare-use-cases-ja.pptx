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cloudflare-uc01-device-auth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cloudflare-uc02-hourly-summary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cloudflare-uc03-daily-proof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cloudflare-uc04-sponsored-submit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cloudflare-uc05-public-review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Midnight Buildathon Wave 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BACCHIRI!━━Verifiable Measurement Layer — Cloudflareユースケース別構成</dc:title>
  <dc:subject>BACCHIRI!━━Verifiable Measurement Layer：Cloudflareリソース構成を5つのユースケースで段階表示</dc:subject>
  <dc:creator>BACCHIRI! contributors</dc:creator>
  <cp:lastModifiedBy>BACCHIRI! contributors</cp:lastModifiedBy>
  <cp:revision>1</cp:revision>
  <dcterms:created xsi:type="dcterms:W3CDTF">2026-08-29T07:33:42Z</dcterms:created>
  <dcterms:modified xsi:type="dcterms:W3CDTF">2026-08-29T07:33:42Z</dcterms:modified>
</cp:coreProperties>
</file>