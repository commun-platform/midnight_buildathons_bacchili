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8" r:id="rId19"/>
    <p:sldId id="269" r:id="rId20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課題と価値提案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単位時間MIN / MAXからZK Resultを作る仕様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正確な証明内容と証明しない内容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4領域の責任分担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データ保存先と公開範囲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日次証明の流れ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私たちの工夫。24時間の受付を維持しながら、対象Jobがある時だけServer側Sponsor Walletを起動する。暗号化Checkpointを復元し、同期完了後に認可済みTransactionへDUSTだけを追加して送信し、安全に停止する。Device Authorityと非公開RAW値はSponsorへ渡さない。standard-4の計画用概算は720時間のUSD 133.23に対し、月120時間の処理例でUSD 22.20、83.3%削減。Workers、D1、Queue、R2、Egress、Proof Serverは概算外。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技術的な実証結果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3段階の展開計画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付録A・デバイス認証からAPIセッション発行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付録B・非公開センサー値から公開判定まで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測定は連続。証明は日次。</a:t>
            </a:r>
          </a:p>
          <a:p>
            <a:r>
              <a:rPr lang="ja-JP"/>
              <a:t>実機は1分ごとに測定し、1時間ごとの集計を送信します。クラウドフレアのワーカーズが認証と画面を担当。ディーワンでジョブを管理し、キューとクロンで処理を調整します。証明生成とウォレットは別々のコンテナで動き、アールツーにウォレットの状態を暗号化保存します。毎日午前2時に前日分の処理を開始。非公開の証明入力は信頼するバックエンドへ渡りますが、公開されるのは判定結果です。</a:t>
            </a:r>
          </a:p>
          <a:p>
            <a:r>
              <a:rPr lang="ja-JP"/>
              <a:t>2026年9月10日に確認したMidnight Preprodの実機連携。生の測定列とDeviceの認可鍵は実機に残る。時間集計と異常の状態変化は信頼するBackendへ送信し、非公開の証明入力はProof Serverへ渡す。Deviceが取引内容を認可し、Server WalletのSponsor RoleがDUST手数料を追加して送信する。午前2時は処理開始時刻であり、確定時刻を保証しない。欠測を補完したように見せない。既存のGUI録画は過去の審査用デモであり、この実機運用のライブ映像ではない。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peaker note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ja-JP"/>
              <a:t>ウォレットは、処理が必要な時間だけ起動</a:t>
            </a:r>
          </a:p>
          <a:p>
            <a:r>
              <a:rPr lang="ja-JP"/>
              <a:t>毎分動くワーカーが、時刻と対象ジョブを先に確認します。対象があればウォレットを起動し、暗号化した保存状態を復元して同期を待ちます。準備が整ったら、実行できるジョブを1件ずつ処理。実機が認可した取引にダストの手数料を加え、ミッドナイトへ送信します。対象の処理が終われば、状態を保存して停止。その間もセンサーの収集は続きます。締切後の新しいジョブは、次回の処理を待ちます。</a:t>
            </a:r>
          </a:p>
          <a:p>
            <a:r>
              <a:rPr lang="ja-JP"/>
              <a:t>現在はscheduledモード、日本時間02:00の開始。毎分のJOB確認だけではWallet Containerを起動しない。同期と手数料を使える状態を確認してからWallet処理を進める。D1のLeaseで重複起動時も状態変更を直列化し、依存関係と受付時刻を基準に処理する。安全停止時に最新状態を暗号化してR2へ保存し、停止後60秒は再起動を待つ。実機側のdaily-submitは独立した5分タイマーで完了日の処理を再試行する。証明生成は別のProof Server Containerが担当する。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66CFF"/>
          </a:solidFill>
          <a:ln w="12700">
            <a:solidFill>
              <a:srgbClr val="A66C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" y="6519672"/>
            <a:ext cx="11365992" cy="0"/>
          </a:xfrm>
          <a:prstGeom prst="line">
            <a:avLst/>
          </a:prstGeom>
          <a:noFill/>
          <a:ln w="10160">
            <a:solidFill>
              <a:srgbClr val="29415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556248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spc="120" kern="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MIDNIGHT BUILDATHON・WAVE 1</a:t>
            </a:r>
            <a:endParaRPr lang="en-US" sz="680" dirty="0"/>
          </a:p>
        </p:txBody>
      </p:sp>
      <p:sp>
        <p:nvSpPr>
          <p:cNvPr id="5" name="Text 3"/>
          <p:cNvSpPr/>
          <p:nvPr/>
        </p:nvSpPr>
        <p:spPr>
          <a:xfrm>
            <a:off x="6583680" y="6556248"/>
            <a:ext cx="5120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20" spc="40" kern="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BACCHIRI!━━Verifiable Measurement Layer</a:t>
            </a:r>
            <a:endParaRPr lang="en-US" sz="6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-8-architecture-ja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image" Target="../media/cloudflare-operations-20260910-cloudflare-architecture-ja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image" Target="../media/cloudflare-operations-20260910-wallet-lifecycle-ja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502920"/>
            <a:ext cx="9875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spc="70" kern="0" dirty="0">
                <a:solidFill>
                  <a:srgbClr val="38D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BACCHIRI!━━Verifiable Measurement Layer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594360" y="941832"/>
            <a:ext cx="107899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センサー値を開示せず、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しきい値以内であることを示す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21792" y="2578608"/>
            <a:ext cx="10698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第三者が確認できるのは対象日・公開しきい値・判定結果。センサー値は見えない。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2179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38D6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8638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8D6E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センサー値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638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エッジデバイス内だけ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2511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A66C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8970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A66C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第三者が確認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48970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対象日・しきい値・判定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28432" y="3401568"/>
            <a:ext cx="3273552" cy="1572768"/>
          </a:xfrm>
          <a:prstGeom prst="roundRect">
            <a:avLst>
              <a:gd name="adj" fmla="val 3488"/>
            </a:avLst>
          </a:prstGeom>
          <a:solidFill>
            <a:srgbClr val="0D1B2B">
              <a:alpha val="96000"/>
            </a:srgbClr>
          </a:solidFill>
          <a:ln w="15240">
            <a:solidFill>
              <a:srgbClr val="79D6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193024" y="3730752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D66A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 1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193024" y="4261104"/>
            <a:ext cx="2944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7FB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Midnight事前公開環境で確認済み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58368" y="5742432"/>
            <a:ext cx="10698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AB7C8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 1・ソース検証 2026-08-29 JST・Midnight事前公開記録 2026-08-28 JST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privacy-value-proposition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hourly-extrema-zkp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zk-claim-boundary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wave1-system-overview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ata-location-disclosur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aily-proof-flow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オンデマンドSponsor Wallet構成" descr="私たちの工夫。24時間の受付を維持しながら、対象Jobがある時だけServer側Sponsor Walletを起動する。暗号化Checkpointを復元し、同期完了後に認可済みTransactionへDUSTだけを追加して送信し、安全に停止する。Device Authorityと非公開RAW値はSponsorへ渡さない。standard-4の計画用概算は720時間のUSD 133.23に対し、月120時間の処理例でUSD 22.20、83.3%削減。Workers、D1、Queue、R2、Egress、Proof Serverは概算外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engineering-evidenc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three-wave-roadmap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498080" y="5961888"/>
            <a:ext cx="4160520" cy="347472"/>
          </a:xfrm>
          <a:prstGeom prst="roundRect">
            <a:avLst/>
          </a:prstGeom>
          <a:solidFill>
            <a:srgbClr val="06111F">
              <a:alpha val="92000"/>
            </a:srgbClr>
          </a:solidFill>
          <a:ln w="10160">
            <a:solidFill>
              <a:srgbClr val="F4B740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7644384" y="6053328"/>
            <a:ext cx="384048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4B740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Wave 2・3は計画であり現行機能ではない</a:t>
            </a:r>
            <a:endParaRPr lang="en-US" sz="6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evice-session-sequenc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611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polonity/workspace/midnight/midnight_cloudflare_demo/docs/ja/assets/review/daily-attestation-key-sequence-j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312" y="146304"/>
            <a:ext cx="11768328" cy="64008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722608" y="6547104"/>
            <a:ext cx="182880" cy="164592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/>
          <a:lstStyle>
            <a:lvl1pPr>
              <a:defRPr sz="680">
                <a:solidFill>
                  <a:srgbClr val="AAB7C8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測定は連続。証明は日次。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測定は連続。証明は日次。" descr="2026年9月10日に確認したMidnight Preprodの実機連携。生の測定列とDeviceの認可鍵は実機に残る。時間集計と異常の状態変化は信頼するBackendへ送信し、非公開の証明入力はProof Serverへ渡す。Deviceが取引内容を認可し、Server WalletのSponsor RoleがDUST手数料を追加して送信する。午前2時は処理開始時刻であり、確定時刻を保証しない。欠測を補完したように見せない。既存のGUI録画は過去の審査用デモであり、この実機運用のライブ映像ではない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ウォレットは、処理が必要な時間だけ起動">
    <p:bg>
      <p:bgPr>
        <a:solidFill>
          <a:srgbClr val="06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ウォレットは、処理が必要な時間だけ起動" descr="現在はscheduledモード、日本時間02:00の開始。毎分のJOB確認だけではWallet Containerを起動しない。同期と手数料を使える状態を確認してからWallet処理を進める。D1のLeaseで重複起動時も状態変更を直列化し、依存関係と受付時刻を基準に処理する。安全停止時に最新状態を暗号化してR2へ保存し、停止後60秒は再起動を待つ。実機側のdaily-submitは独立した5分タイマーで完了日の処理を再試行する。証明生成は別のProof Server Containerが担当する。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Midnight Buildathon Wave 1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BACCHIRI!━━Verifiable Measurement Layer — Wave 1</dc:title>
  <dc:subject>BACCHIRI!━━Verifiable Measurement Layer</dc:subject>
  <dc:creator>BACCHIRI! contributors</dc:creator>
  <cp:lastModifiedBy>BACCHIRI! contributors</cp:lastModifiedBy>
  <cp:revision>1</cp:revision>
  <dcterms:created xsi:type="dcterms:W3CDTF">2026-08-31T06:25:09Z</dcterms:created>
  <dcterms:modified xsi:type="dcterms:W3CDTF">2026-08-31T06:25:09Z</dcterms:modified>
</cp:coreProperties>
</file>