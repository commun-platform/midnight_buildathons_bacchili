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and value proposition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unit-time MIN / MAX to the ZK result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claim and non-claims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Four-domain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and public data boundary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Daily proof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Engineering evidence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Three-wave roadmap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A · Device Identity to API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B · Daily attestation credential sequence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66CFF"/>
          </a:solidFill>
          <a:ln w="12700">
            <a:solidFill>
              <a:srgbClr val="A66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519672"/>
            <a:ext cx="11365992" cy="0"/>
          </a:xfrm>
          <a:prstGeom prst="line">
            <a:avLst/>
          </a:prstGeom>
          <a:noFill/>
          <a:ln w="10160">
            <a:solidFill>
              <a:srgbClr val="2941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20" kern="0" dirty="0">
                <a:solidFill>
                  <a:srgbClr val="AA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MIDNIGHT BUILDATHON · WAVE 1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6583680" y="65562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spc="40" kern="0" dirty="0">
                <a:solidFill>
                  <a:srgbClr val="AA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BACCHIRI!━━Verifiable Measurement Layer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38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BACCHIRI!━━Verifiable Measurement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941832"/>
            <a:ext cx="10789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Show threshold compliance.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sensor values private.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21792" y="25786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A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third party can check the day, public threshold, and result. Sensor values remain hidden.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3401568"/>
            <a:ext cx="3273552" cy="1572768"/>
          </a:xfrm>
          <a:prstGeom prst="roundRect">
            <a:avLst>
              <a:gd name="adj" fmla="val 3488"/>
            </a:avLst>
          </a:prstGeom>
          <a:solidFill>
            <a:srgbClr val="0D1B2B">
              <a:alpha val="96000"/>
            </a:srgbClr>
          </a:solidFill>
          <a:ln w="15240">
            <a:solidFill>
              <a:srgbClr val="38D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373075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VALUES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426110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 ON EDGE DEVICE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5112" y="3401568"/>
            <a:ext cx="3273552" cy="1572768"/>
          </a:xfrm>
          <a:prstGeom prst="roundRect">
            <a:avLst>
              <a:gd name="adj" fmla="val 3488"/>
            </a:avLst>
          </a:prstGeom>
          <a:solidFill>
            <a:srgbClr val="0D1B2B">
              <a:alpha val="96000"/>
            </a:srgbClr>
          </a:solidFill>
          <a:ln w="15240">
            <a:solidFill>
              <a:srgbClr val="A66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9704" y="373075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CHECKS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9704" y="426110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· THRESHOLD · RESULT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28432" y="3401568"/>
            <a:ext cx="3273552" cy="1572768"/>
          </a:xfrm>
          <a:prstGeom prst="roundRect">
            <a:avLst>
              <a:gd name="adj" fmla="val 3488"/>
            </a:avLst>
          </a:prstGeom>
          <a:solidFill>
            <a:srgbClr val="0D1B2B">
              <a:alpha val="96000"/>
            </a:srgbClr>
          </a:solidFill>
          <a:ln w="15240">
            <a:solidFill>
              <a:srgbClr val="79D6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373075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9D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93024" y="426110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MIDNIGHT PREPRODUCTION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VERIFIED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574243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Wave 1 · Source validated 2026-08-29 JST · Midnight record 2026-08-28 JST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assets/review/privacy-value-proposition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assets/review/hourly-extrema-zkp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assets/review/zk-claim-boundary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assets/review/wave1-system-overview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assets/review/data-location-disclosure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assets/review/daily-proof-flow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8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WORKING PRODUCT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Show the final GUI from action to public verification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A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follows the completed GUI; the required review evidence is fixed now.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29968"/>
            <a:ext cx="6903720" cy="3977640"/>
          </a:xfrm>
          <a:prstGeom prst="roundRect">
            <a:avLst/>
          </a:prstGeom>
          <a:solidFill>
            <a:srgbClr val="111F33"/>
          </a:solidFill>
          <a:ln w="20320">
            <a:solidFill>
              <a:srgbClr val="38D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309067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8D6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IMPLEMENTED GUI CAPTURE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3657600"/>
            <a:ext cx="6172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after the GUI freeze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A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operation · Proof request · Midnight transaction · Third-party 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12848" y="47365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B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PRODUCTION IS LAST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45552" y="2029968"/>
            <a:ext cx="3703320" cy="3977640"/>
          </a:xfrm>
          <a:prstGeom prst="roundRect">
            <a:avLst>
              <a:gd name="adj" fmla="val 1481"/>
            </a:avLst>
          </a:prstGeom>
          <a:solidFill>
            <a:srgbClr val="0D1B2B">
              <a:alpha val="96000"/>
            </a:srgbClr>
          </a:solidFill>
          <a:ln w="15240">
            <a:solidFill>
              <a:srgbClr val="A66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2331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THINGS THE CAPTURE MUST PROVE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56448" y="2907792"/>
            <a:ext cx="384048" cy="384048"/>
          </a:xfrm>
          <a:prstGeom prst="ellipse">
            <a:avLst/>
          </a:prstGeom>
          <a:solidFill>
            <a:srgbClr val="A66CFF"/>
          </a:solidFill>
          <a:ln w="12700">
            <a:solidFill>
              <a:srgbClr val="A66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301752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20" dirty="0"/>
          </a:p>
        </p:txBody>
      </p:sp>
      <p:sp>
        <p:nvSpPr>
          <p:cNvPr id="13" name="Text 11"/>
          <p:cNvSpPr/>
          <p:nvPr/>
        </p:nvSpPr>
        <p:spPr>
          <a:xfrm>
            <a:off x="8732520" y="29626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Device-to-threshold binding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56448" y="3566160"/>
            <a:ext cx="384048" cy="384048"/>
          </a:xfrm>
          <a:prstGeom prst="ellipse">
            <a:avLst/>
          </a:prstGeom>
          <a:solidFill>
            <a:srgbClr val="A66CFF"/>
          </a:solidFill>
          <a:ln w="12700">
            <a:solidFill>
              <a:srgbClr val="A66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367588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8732520" y="36210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day proved in 24 hourly slots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56448" y="4224528"/>
            <a:ext cx="384048" cy="384048"/>
          </a:xfrm>
          <a:prstGeom prst="ellipse">
            <a:avLst/>
          </a:prstGeom>
          <a:solidFill>
            <a:srgbClr val="A66CFF"/>
          </a:solidFill>
          <a:ln w="12700">
            <a:solidFill>
              <a:srgbClr val="A66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433425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8732520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Device-signed Midnight transaction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56448" y="4882896"/>
            <a:ext cx="384048" cy="384048"/>
          </a:xfrm>
          <a:prstGeom prst="ellipse">
            <a:avLst/>
          </a:prstGeom>
          <a:solidFill>
            <a:srgbClr val="A66CFF"/>
          </a:solidFill>
          <a:ln w="12700">
            <a:solidFill>
              <a:srgbClr val="A66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1312" y="499262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8732520" y="4937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view hides MIN / MAX values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83880" y="55595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9D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tests: 26 / 26 PASS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assets/review/engineering-evidence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assets/review/three-wave-roadmap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98080" y="5961888"/>
            <a:ext cx="4160520" cy="347472"/>
          </a:xfrm>
          <a:prstGeom prst="roundRect">
            <a:avLst/>
          </a:prstGeom>
          <a:solidFill>
            <a:srgbClr val="06111F">
              <a:alpha val="92000"/>
            </a:srgbClr>
          </a:solidFill>
          <a:ln w="10160">
            <a:solidFill>
              <a:srgbClr val="F4B74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44384" y="6053328"/>
            <a:ext cx="3840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B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WAVES 2 AND 3 ARE PLANNED, NOT CURRENT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assets/review/device-session-sequence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assets/review/daily-attestation-key-sequence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Midnight Buildathon Wave 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BACCHIRI!━━Verifiable Measurement Layer — Wave 1</dc:title>
  <dc:subject>BACCHIRI!━━Verifiable Measurement Layer</dc:subject>
  <dc:creator>BACCHIRI! contributors</dc:creator>
  <cp:lastModifiedBy>BACCHIRI! contributors</cp:lastModifiedBy>
  <cp:revision>1</cp:revision>
  <dcterms:created xsi:type="dcterms:W3CDTF">2026-08-29T07:33:06Z</dcterms:created>
  <dcterms:modified xsi:type="dcterms:W3CDTF">2026-08-29T07:33:06Z</dcterms:modified>
</cp:coreProperties>
</file>